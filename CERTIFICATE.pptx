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ardo" panose="020B0604020202020204" charset="-79"/>
      <p:regular r:id="rId7"/>
    </p:embeddedFont>
    <p:embeddedFont>
      <p:font typeface="Cardo Bold" panose="020B0604020202020204" charset="-79"/>
      <p:regular r:id="rId8"/>
    </p:embeddedFont>
    <p:embeddedFont>
      <p:font typeface="Marta" panose="02000503060000020003" charset="0"/>
      <p:regular r:id="rId9"/>
    </p:embeddedFont>
    <p:embeddedFont>
      <p:font typeface="Montaser Arabic Bold" panose="020B0604020202020204" charset="-78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9" d="100"/>
          <a:sy n="99" d="100"/>
        </p:scale>
        <p:origin x="14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0946" t="-4618" r="-2634" b="-46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5876" y="4236383"/>
            <a:ext cx="10692000" cy="3568455"/>
          </a:xfrm>
          <a:custGeom>
            <a:avLst/>
            <a:gdLst/>
            <a:ahLst/>
            <a:cxnLst/>
            <a:rect l="l" t="t" r="r" b="b"/>
            <a:pathLst>
              <a:path w="10692000" h="3568455">
                <a:moveTo>
                  <a:pt x="0" y="0"/>
                </a:moveTo>
                <a:lnTo>
                  <a:pt x="10692000" y="0"/>
                </a:lnTo>
                <a:lnTo>
                  <a:pt x="10692000" y="3568455"/>
                </a:lnTo>
                <a:lnTo>
                  <a:pt x="0" y="356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Freeform 4"/>
          <p:cNvSpPr/>
          <p:nvPr/>
        </p:nvSpPr>
        <p:spPr>
          <a:xfrm>
            <a:off x="3248600" y="1096989"/>
            <a:ext cx="4194800" cy="749821"/>
          </a:xfrm>
          <a:custGeom>
            <a:avLst/>
            <a:gdLst/>
            <a:ahLst/>
            <a:cxnLst/>
            <a:rect l="l" t="t" r="r" b="b"/>
            <a:pathLst>
              <a:path w="4194800" h="749821">
                <a:moveTo>
                  <a:pt x="0" y="0"/>
                </a:moveTo>
                <a:lnTo>
                  <a:pt x="4194800" y="0"/>
                </a:lnTo>
                <a:lnTo>
                  <a:pt x="4194800" y="749821"/>
                </a:lnTo>
                <a:lnTo>
                  <a:pt x="0" y="749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65993" y="336407"/>
            <a:ext cx="2960013" cy="450090"/>
          </a:xfrm>
          <a:custGeom>
            <a:avLst/>
            <a:gdLst/>
            <a:ahLst/>
            <a:cxnLst/>
            <a:rect l="l" t="t" r="r" b="b"/>
            <a:pathLst>
              <a:path w="2960013" h="450090">
                <a:moveTo>
                  <a:pt x="0" y="0"/>
                </a:moveTo>
                <a:lnTo>
                  <a:pt x="2960014" y="0"/>
                </a:lnTo>
                <a:lnTo>
                  <a:pt x="2960014" y="450089"/>
                </a:lnTo>
                <a:lnTo>
                  <a:pt x="0" y="4500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4010" y="336407"/>
            <a:ext cx="2813491" cy="2813491"/>
          </a:xfrm>
          <a:custGeom>
            <a:avLst/>
            <a:gdLst/>
            <a:ahLst/>
            <a:cxnLst/>
            <a:rect l="l" t="t" r="r" b="b"/>
            <a:pathLst>
              <a:path w="2813491" h="2813491">
                <a:moveTo>
                  <a:pt x="0" y="0"/>
                </a:moveTo>
                <a:lnTo>
                  <a:pt x="2813491" y="0"/>
                </a:lnTo>
                <a:lnTo>
                  <a:pt x="2813491" y="2813491"/>
                </a:lnTo>
                <a:lnTo>
                  <a:pt x="0" y="2813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03981" y="2094041"/>
            <a:ext cx="5484038" cy="121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6"/>
              </a:lnSpc>
            </a:pP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“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Hududgazta‘minot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” AJ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ning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b="1" spc="33" dirty="0">
                <a:solidFill>
                  <a:srgbClr val="C00000"/>
                </a:solidFill>
                <a:latin typeface="Cardo Bold"/>
                <a:ea typeface="Cardo Bold"/>
                <a:cs typeface="Cardo Bold"/>
                <a:sym typeface="Cardo Bold"/>
              </a:rPr>
              <a:t>“HGT-</a:t>
            </a:r>
            <a:r>
              <a:rPr lang="en-US" sz="1682" b="1" spc="33" dirty="0" err="1">
                <a:solidFill>
                  <a:srgbClr val="C00000"/>
                </a:solidFill>
                <a:latin typeface="Cardo Bold"/>
                <a:ea typeface="Cardo Bold"/>
                <a:cs typeface="Cardo Bold"/>
                <a:sym typeface="Cardo Bold"/>
              </a:rPr>
              <a:t>Malaka</a:t>
            </a:r>
            <a:r>
              <a:rPr lang="en-US" sz="1682" b="1" spc="33" dirty="0">
                <a:solidFill>
                  <a:srgbClr val="C00000"/>
                </a:solidFill>
                <a:latin typeface="Cardo Bold"/>
                <a:ea typeface="Cardo Bold"/>
                <a:cs typeface="Cardo Bold"/>
                <a:sym typeface="Cardo Bold"/>
              </a:rPr>
              <a:t>”</a:t>
            </a:r>
            <a:r>
              <a:rPr lang="en-US" sz="1682" b="1" spc="33" dirty="0">
                <a:solidFill>
                  <a:srgbClr val="264460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tizimida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test-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sinovini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muvafaqiyatli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topshirganligi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uchun</a:t>
            </a:r>
            <a:endParaRPr lang="en-US" sz="1682" spc="33" dirty="0">
              <a:solidFill>
                <a:srgbClr val="264460"/>
              </a:solidFill>
              <a:latin typeface="Cardo"/>
              <a:ea typeface="Cardo"/>
              <a:cs typeface="Cardo"/>
              <a:sym typeface="Cardo"/>
            </a:endParaRPr>
          </a:p>
          <a:p>
            <a:pPr algn="ctr">
              <a:lnSpc>
                <a:spcPts val="2356"/>
              </a:lnSpc>
            </a:pP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“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Hududgaz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Sirdaryo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”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gaz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ta‘minoti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filiali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Mahallabay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iste‘molchilar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bilan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ishlash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bo‘limi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yetakchi</a:t>
            </a:r>
            <a:r>
              <a:rPr lang="en-US" sz="1682" spc="33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682" spc="33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muhandisi</a:t>
            </a:r>
            <a:endParaRPr lang="en-US" sz="1682" spc="33" dirty="0">
              <a:solidFill>
                <a:srgbClr val="264460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7496635" y="336407"/>
            <a:ext cx="2813491" cy="2813491"/>
          </a:xfrm>
          <a:custGeom>
            <a:avLst/>
            <a:gdLst/>
            <a:ahLst/>
            <a:cxnLst/>
            <a:rect l="l" t="t" r="r" b="b"/>
            <a:pathLst>
              <a:path w="2813491" h="2813491">
                <a:moveTo>
                  <a:pt x="2813491" y="0"/>
                </a:moveTo>
                <a:lnTo>
                  <a:pt x="0" y="0"/>
                </a:lnTo>
                <a:lnTo>
                  <a:pt x="0" y="2813491"/>
                </a:lnTo>
                <a:lnTo>
                  <a:pt x="2813491" y="2813491"/>
                </a:lnTo>
                <a:lnTo>
                  <a:pt x="28134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-126286" y="3650599"/>
            <a:ext cx="1216593" cy="258802"/>
          </a:xfrm>
          <a:custGeom>
            <a:avLst/>
            <a:gdLst/>
            <a:ahLst/>
            <a:cxnLst/>
            <a:rect l="l" t="t" r="r" b="b"/>
            <a:pathLst>
              <a:path w="1216593" h="258802">
                <a:moveTo>
                  <a:pt x="0" y="0"/>
                </a:moveTo>
                <a:lnTo>
                  <a:pt x="1216592" y="0"/>
                </a:lnTo>
                <a:lnTo>
                  <a:pt x="1216592" y="258802"/>
                </a:lnTo>
                <a:lnTo>
                  <a:pt x="0" y="2588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H="1" flipV="1">
            <a:off x="9582407" y="3645960"/>
            <a:ext cx="1260204" cy="268080"/>
          </a:xfrm>
          <a:custGeom>
            <a:avLst/>
            <a:gdLst/>
            <a:ahLst/>
            <a:cxnLst/>
            <a:rect l="l" t="t" r="r" b="b"/>
            <a:pathLst>
              <a:path w="1260204" h="268080">
                <a:moveTo>
                  <a:pt x="1260204" y="268080"/>
                </a:moveTo>
                <a:lnTo>
                  <a:pt x="0" y="268080"/>
                </a:lnTo>
                <a:lnTo>
                  <a:pt x="0" y="0"/>
                </a:lnTo>
                <a:lnTo>
                  <a:pt x="1260204" y="0"/>
                </a:lnTo>
                <a:lnTo>
                  <a:pt x="1260204" y="26808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06281" y="4823345"/>
            <a:ext cx="1663956" cy="2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spc="92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bilan</a:t>
            </a:r>
            <a:r>
              <a:rPr lang="en-US" sz="1546" spc="92" dirty="0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1546" spc="92" dirty="0" err="1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taqdirlanadi</a:t>
            </a:r>
            <a:endParaRPr lang="en-US" sz="1546" spc="92" dirty="0">
              <a:solidFill>
                <a:srgbClr val="264460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01862" y="3892269"/>
            <a:ext cx="5335637" cy="1052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1" dirty="0">
                <a:solidFill>
                  <a:srgbClr val="C0000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Quattrocento Bold"/>
              </a:rPr>
              <a:t>SERTIFIKAT</a:t>
            </a:r>
          </a:p>
        </p:txBody>
      </p:sp>
      <p:sp>
        <p:nvSpPr>
          <p:cNvPr id="14" name="Freeform 14"/>
          <p:cNvSpPr/>
          <p:nvPr/>
        </p:nvSpPr>
        <p:spPr>
          <a:xfrm flipV="1">
            <a:off x="374010" y="4410102"/>
            <a:ext cx="2813491" cy="2813491"/>
          </a:xfrm>
          <a:custGeom>
            <a:avLst/>
            <a:gdLst/>
            <a:ahLst/>
            <a:cxnLst/>
            <a:rect l="l" t="t" r="r" b="b"/>
            <a:pathLst>
              <a:path w="2813491" h="2813491">
                <a:moveTo>
                  <a:pt x="0" y="2813491"/>
                </a:moveTo>
                <a:lnTo>
                  <a:pt x="2813491" y="2813491"/>
                </a:lnTo>
                <a:lnTo>
                  <a:pt x="2813491" y="0"/>
                </a:lnTo>
                <a:lnTo>
                  <a:pt x="0" y="0"/>
                </a:lnTo>
                <a:lnTo>
                  <a:pt x="0" y="281349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 flipV="1">
            <a:off x="7496635" y="4410102"/>
            <a:ext cx="2813491" cy="2813491"/>
          </a:xfrm>
          <a:custGeom>
            <a:avLst/>
            <a:gdLst/>
            <a:ahLst/>
            <a:cxnLst/>
            <a:rect l="l" t="t" r="r" b="b"/>
            <a:pathLst>
              <a:path w="2813491" h="2813491">
                <a:moveTo>
                  <a:pt x="2813491" y="2813491"/>
                </a:moveTo>
                <a:lnTo>
                  <a:pt x="0" y="2813491"/>
                </a:lnTo>
                <a:lnTo>
                  <a:pt x="0" y="0"/>
                </a:lnTo>
                <a:lnTo>
                  <a:pt x="2813491" y="0"/>
                </a:lnTo>
                <a:lnTo>
                  <a:pt x="2813491" y="281349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3865993" y="6773504"/>
            <a:ext cx="2960013" cy="450090"/>
          </a:xfrm>
          <a:custGeom>
            <a:avLst/>
            <a:gdLst/>
            <a:ahLst/>
            <a:cxnLst/>
            <a:rect l="l" t="t" r="r" b="b"/>
            <a:pathLst>
              <a:path w="2960013" h="450090">
                <a:moveTo>
                  <a:pt x="0" y="450089"/>
                </a:moveTo>
                <a:lnTo>
                  <a:pt x="2960014" y="450089"/>
                </a:lnTo>
                <a:lnTo>
                  <a:pt x="2960014" y="0"/>
                </a:lnTo>
                <a:lnTo>
                  <a:pt x="0" y="0"/>
                </a:lnTo>
                <a:lnTo>
                  <a:pt x="0" y="450089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78201" y="623687"/>
            <a:ext cx="1293830" cy="86524"/>
          </a:xfrm>
          <a:custGeom>
            <a:avLst/>
            <a:gdLst/>
            <a:ahLst/>
            <a:cxnLst/>
            <a:rect l="l" t="t" r="r" b="b"/>
            <a:pathLst>
              <a:path w="1293830" h="86524">
                <a:moveTo>
                  <a:pt x="0" y="0"/>
                </a:moveTo>
                <a:lnTo>
                  <a:pt x="1293829" y="0"/>
                </a:lnTo>
                <a:lnTo>
                  <a:pt x="1293829" y="86524"/>
                </a:lnTo>
                <a:lnTo>
                  <a:pt x="0" y="86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365500" y="5433643"/>
            <a:ext cx="4030126" cy="773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77"/>
              </a:lnSpc>
            </a:pPr>
            <a:endParaRPr lang="en-US" sz="6000" b="1" dirty="0">
              <a:solidFill>
                <a:srgbClr val="26446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  <a:p>
            <a:pPr algn="ctr">
              <a:lnSpc>
                <a:spcPts val="2577"/>
              </a:lnSpc>
            </a:pPr>
            <a:r>
              <a:rPr lang="en-US" sz="6000" b="1" dirty="0">
                <a:solidFill>
                  <a:srgbClr val="2644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QR-</a:t>
            </a:r>
            <a:r>
              <a:rPr lang="en-US" sz="6000" b="1" dirty="0" err="1">
                <a:solidFill>
                  <a:srgbClr val="2644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kod</a:t>
            </a:r>
            <a:endParaRPr lang="en-US" sz="1841" b="1" dirty="0">
              <a:solidFill>
                <a:srgbClr val="26446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2761" y="6598462"/>
            <a:ext cx="1586479" cy="20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6"/>
              </a:lnSpc>
            </a:pPr>
            <a:r>
              <a:rPr lang="en-US" sz="1282" spc="25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Toshkent 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6245" y="6797693"/>
            <a:ext cx="349381" cy="25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431" spc="85">
                <a:solidFill>
                  <a:srgbClr val="264460"/>
                </a:solidFill>
                <a:latin typeface="Marta"/>
                <a:ea typeface="Marta"/>
                <a:cs typeface="Marta"/>
                <a:sym typeface="Marta"/>
              </a:rPr>
              <a:t>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28820" y="452145"/>
            <a:ext cx="349381" cy="25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431" spc="85">
                <a:solidFill>
                  <a:srgbClr val="264460"/>
                </a:solidFill>
                <a:latin typeface="Marta"/>
                <a:ea typeface="Marta"/>
                <a:cs typeface="Marta"/>
                <a:sym typeface="Marta"/>
              </a:rPr>
              <a:t>№</a:t>
            </a:r>
          </a:p>
        </p:txBody>
      </p:sp>
      <p:sp>
        <p:nvSpPr>
          <p:cNvPr id="23" name="Freeform 23"/>
          <p:cNvSpPr/>
          <p:nvPr/>
        </p:nvSpPr>
        <p:spPr>
          <a:xfrm>
            <a:off x="7395626" y="6969235"/>
            <a:ext cx="1293830" cy="86524"/>
          </a:xfrm>
          <a:custGeom>
            <a:avLst/>
            <a:gdLst/>
            <a:ahLst/>
            <a:cxnLst/>
            <a:rect l="l" t="t" r="r" b="b"/>
            <a:pathLst>
              <a:path w="1293830" h="86524">
                <a:moveTo>
                  <a:pt x="0" y="0"/>
                </a:moveTo>
                <a:lnTo>
                  <a:pt x="1293830" y="0"/>
                </a:lnTo>
                <a:lnTo>
                  <a:pt x="1293830" y="86524"/>
                </a:lnTo>
                <a:lnTo>
                  <a:pt x="0" y="86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560655" y="3405630"/>
            <a:ext cx="5515969" cy="48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2841" b="1" dirty="0" err="1">
                <a:solidFill>
                  <a:srgbClr val="26446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Pinata Marks Bold"/>
              </a:rPr>
              <a:t>Rajabov</a:t>
            </a:r>
            <a:r>
              <a:rPr lang="en-US" sz="2841" b="1" dirty="0">
                <a:solidFill>
                  <a:srgbClr val="26446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Pinata Marks Bold"/>
              </a:rPr>
              <a:t> </a:t>
            </a:r>
            <a:r>
              <a:rPr lang="en-US" sz="2841" b="1" dirty="0" err="1">
                <a:solidFill>
                  <a:srgbClr val="26446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Pinata Marks Bold"/>
              </a:rPr>
              <a:t>Davron</a:t>
            </a:r>
            <a:r>
              <a:rPr lang="en-US" sz="2841" b="1" dirty="0">
                <a:solidFill>
                  <a:srgbClr val="26446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Pinata Marks Bold"/>
              </a:rPr>
              <a:t> </a:t>
            </a:r>
            <a:r>
              <a:rPr lang="en-US" sz="2841" b="1" dirty="0" err="1">
                <a:solidFill>
                  <a:srgbClr val="264460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Pinata Marks Bold"/>
              </a:rPr>
              <a:t>Yo‘ldoshevich</a:t>
            </a:r>
            <a:endParaRPr lang="en-US" sz="2841" b="1" dirty="0">
              <a:solidFill>
                <a:srgbClr val="264460"/>
              </a:solidFill>
              <a:latin typeface="Cardo" panose="020B0604020202020204" charset="-79"/>
              <a:ea typeface="Cardo" panose="020B0604020202020204" charset="-79"/>
              <a:cs typeface="Cardo" panose="020B0604020202020204" charset="-79"/>
              <a:sym typeface="Pinata Mark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193138" y="419171"/>
            <a:ext cx="1663956" cy="2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spc="92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0001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10563" y="6744929"/>
            <a:ext cx="1663956" cy="2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spc="92">
                <a:solidFill>
                  <a:srgbClr val="264460"/>
                </a:solidFill>
                <a:latin typeface="Cardo"/>
                <a:ea typeface="Cardo"/>
                <a:cs typeface="Cardo"/>
                <a:sym typeface="Cardo"/>
              </a:rPr>
              <a:t>0001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</Words>
  <Application>Microsoft Office PowerPoint</Application>
  <PresentationFormat>Произвольный</PresentationFormat>
  <Paragraphs>12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Montaser Arabic Bold</vt:lpstr>
      <vt:lpstr>Cardo Bold</vt:lpstr>
      <vt:lpstr>Cardo</vt:lpstr>
      <vt:lpstr>Arial</vt:lpstr>
      <vt:lpstr>Marta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sirdaryo</dc:title>
  <dc:creator>Сардор Каримов Сафарович</dc:creator>
  <cp:lastModifiedBy>Сардор Каримов Сафарович</cp:lastModifiedBy>
  <cp:revision>4</cp:revision>
  <dcterms:created xsi:type="dcterms:W3CDTF">2006-08-16T00:00:00Z</dcterms:created>
  <dcterms:modified xsi:type="dcterms:W3CDTF">2025-09-10T06:36:43Z</dcterms:modified>
  <dc:identifier>DAGyAgRbHNo</dc:identifier>
</cp:coreProperties>
</file>